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</p:sldIdLst>
  <p:sldSz cx="19651663" cy="68945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2" autoAdjust="0"/>
    <p:restoredTop sz="94660"/>
  </p:normalViewPr>
  <p:slideViewPr>
    <p:cSldViewPr snapToGrid="0">
      <p:cViewPr>
        <p:scale>
          <a:sx n="25" d="100"/>
          <a:sy n="25" d="100"/>
        </p:scale>
        <p:origin x="175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6458" y="1128339"/>
            <a:ext cx="14738747" cy="2400312"/>
          </a:xfrm>
        </p:spPr>
        <p:txBody>
          <a:bodyPr anchor="b"/>
          <a:lstStyle>
            <a:lvl1pPr algn="ctr">
              <a:defRPr sz="6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56458" y="3621216"/>
            <a:ext cx="14738747" cy="1664578"/>
          </a:xfrm>
        </p:spPr>
        <p:txBody>
          <a:bodyPr/>
          <a:lstStyle>
            <a:lvl1pPr marL="0" indent="0" algn="ctr">
              <a:buNone/>
              <a:defRPr sz="2413"/>
            </a:lvl1pPr>
            <a:lvl2pPr marL="459623" indent="0" algn="ctr">
              <a:buNone/>
              <a:defRPr sz="2011"/>
            </a:lvl2pPr>
            <a:lvl3pPr marL="919246" indent="0" algn="ctr">
              <a:buNone/>
              <a:defRPr sz="1810"/>
            </a:lvl3pPr>
            <a:lvl4pPr marL="1378869" indent="0" algn="ctr">
              <a:buNone/>
              <a:defRPr sz="1608"/>
            </a:lvl4pPr>
            <a:lvl5pPr marL="1838493" indent="0" algn="ctr">
              <a:buNone/>
              <a:defRPr sz="1608"/>
            </a:lvl5pPr>
            <a:lvl6pPr marL="2298116" indent="0" algn="ctr">
              <a:buNone/>
              <a:defRPr sz="1608"/>
            </a:lvl6pPr>
            <a:lvl7pPr marL="2757739" indent="0" algn="ctr">
              <a:buNone/>
              <a:defRPr sz="1608"/>
            </a:lvl7pPr>
            <a:lvl8pPr marL="3217362" indent="0" algn="ctr">
              <a:buNone/>
              <a:defRPr sz="1608"/>
            </a:lvl8pPr>
            <a:lvl9pPr marL="3676985" indent="0" algn="ctr">
              <a:buNone/>
              <a:defRPr sz="16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346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1962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817" y="1718842"/>
            <a:ext cx="16949559" cy="2867925"/>
          </a:xfrm>
        </p:spPr>
        <p:txBody>
          <a:bodyPr anchor="b"/>
          <a:lstStyle>
            <a:lvl1pPr>
              <a:defRPr sz="60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0817" y="4613899"/>
            <a:ext cx="16949559" cy="1508174"/>
          </a:xfrm>
        </p:spPr>
        <p:txBody>
          <a:bodyPr/>
          <a:lstStyle>
            <a:lvl1pPr marL="0" indent="0">
              <a:buNone/>
              <a:defRPr sz="2413">
                <a:solidFill>
                  <a:schemeClr val="tx1">
                    <a:tint val="75000"/>
                  </a:schemeClr>
                </a:solidFill>
              </a:defRPr>
            </a:lvl1pPr>
            <a:lvl2pPr marL="459623" indent="0">
              <a:buNone/>
              <a:defRPr sz="2011">
                <a:solidFill>
                  <a:schemeClr val="tx1">
                    <a:tint val="75000"/>
                  </a:schemeClr>
                </a:solidFill>
              </a:defRPr>
            </a:lvl2pPr>
            <a:lvl3pPr marL="919246" indent="0">
              <a:buNone/>
              <a:defRPr sz="1810">
                <a:solidFill>
                  <a:schemeClr val="tx1">
                    <a:tint val="75000"/>
                  </a:schemeClr>
                </a:solidFill>
              </a:defRPr>
            </a:lvl3pPr>
            <a:lvl4pPr marL="1378869" indent="0">
              <a:buNone/>
              <a:defRPr sz="1608">
                <a:solidFill>
                  <a:schemeClr val="tx1">
                    <a:tint val="75000"/>
                  </a:schemeClr>
                </a:solidFill>
              </a:defRPr>
            </a:lvl4pPr>
            <a:lvl5pPr marL="1838493" indent="0">
              <a:buNone/>
              <a:defRPr sz="1608">
                <a:solidFill>
                  <a:schemeClr val="tx1">
                    <a:tint val="75000"/>
                  </a:schemeClr>
                </a:solidFill>
              </a:defRPr>
            </a:lvl5pPr>
            <a:lvl6pPr marL="2298116" indent="0">
              <a:buNone/>
              <a:defRPr sz="1608">
                <a:solidFill>
                  <a:schemeClr val="tx1">
                    <a:tint val="75000"/>
                  </a:schemeClr>
                </a:solidFill>
              </a:defRPr>
            </a:lvl6pPr>
            <a:lvl7pPr marL="2757739" indent="0">
              <a:buNone/>
              <a:defRPr sz="1608">
                <a:solidFill>
                  <a:schemeClr val="tx1">
                    <a:tint val="75000"/>
                  </a:schemeClr>
                </a:solidFill>
              </a:defRPr>
            </a:lvl7pPr>
            <a:lvl8pPr marL="3217362" indent="0">
              <a:buNone/>
              <a:defRPr sz="1608">
                <a:solidFill>
                  <a:schemeClr val="tx1">
                    <a:tint val="75000"/>
                  </a:schemeClr>
                </a:solidFill>
              </a:defRPr>
            </a:lvl8pPr>
            <a:lvl9pPr marL="3676985" indent="0">
              <a:buNone/>
              <a:defRPr sz="16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482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1052" y="1835345"/>
            <a:ext cx="8351957" cy="43745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48654" y="1835345"/>
            <a:ext cx="8351957" cy="43745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000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612" y="367070"/>
            <a:ext cx="16949559" cy="1332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3612" y="1690114"/>
            <a:ext cx="8313574" cy="828299"/>
          </a:xfrm>
        </p:spPr>
        <p:txBody>
          <a:bodyPr anchor="b"/>
          <a:lstStyle>
            <a:lvl1pPr marL="0" indent="0">
              <a:buNone/>
              <a:defRPr sz="2413" b="1"/>
            </a:lvl1pPr>
            <a:lvl2pPr marL="459623" indent="0">
              <a:buNone/>
              <a:defRPr sz="2011" b="1"/>
            </a:lvl2pPr>
            <a:lvl3pPr marL="919246" indent="0">
              <a:buNone/>
              <a:defRPr sz="1810" b="1"/>
            </a:lvl3pPr>
            <a:lvl4pPr marL="1378869" indent="0">
              <a:buNone/>
              <a:defRPr sz="1608" b="1"/>
            </a:lvl4pPr>
            <a:lvl5pPr marL="1838493" indent="0">
              <a:buNone/>
              <a:defRPr sz="1608" b="1"/>
            </a:lvl5pPr>
            <a:lvl6pPr marL="2298116" indent="0">
              <a:buNone/>
              <a:defRPr sz="1608" b="1"/>
            </a:lvl6pPr>
            <a:lvl7pPr marL="2757739" indent="0">
              <a:buNone/>
              <a:defRPr sz="1608" b="1"/>
            </a:lvl7pPr>
            <a:lvl8pPr marL="3217362" indent="0">
              <a:buNone/>
              <a:defRPr sz="1608" b="1"/>
            </a:lvl8pPr>
            <a:lvl9pPr marL="3676985" indent="0">
              <a:buNone/>
              <a:defRPr sz="16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3612" y="2518413"/>
            <a:ext cx="8313574" cy="3704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948655" y="1690114"/>
            <a:ext cx="8354516" cy="828299"/>
          </a:xfrm>
        </p:spPr>
        <p:txBody>
          <a:bodyPr anchor="b"/>
          <a:lstStyle>
            <a:lvl1pPr marL="0" indent="0">
              <a:buNone/>
              <a:defRPr sz="2413" b="1"/>
            </a:lvl1pPr>
            <a:lvl2pPr marL="459623" indent="0">
              <a:buNone/>
              <a:defRPr sz="2011" b="1"/>
            </a:lvl2pPr>
            <a:lvl3pPr marL="919246" indent="0">
              <a:buNone/>
              <a:defRPr sz="1810" b="1"/>
            </a:lvl3pPr>
            <a:lvl4pPr marL="1378869" indent="0">
              <a:buNone/>
              <a:defRPr sz="1608" b="1"/>
            </a:lvl4pPr>
            <a:lvl5pPr marL="1838493" indent="0">
              <a:buNone/>
              <a:defRPr sz="1608" b="1"/>
            </a:lvl5pPr>
            <a:lvl6pPr marL="2298116" indent="0">
              <a:buNone/>
              <a:defRPr sz="1608" b="1"/>
            </a:lvl6pPr>
            <a:lvl7pPr marL="2757739" indent="0">
              <a:buNone/>
              <a:defRPr sz="1608" b="1"/>
            </a:lvl7pPr>
            <a:lvl8pPr marL="3217362" indent="0">
              <a:buNone/>
              <a:defRPr sz="1608" b="1"/>
            </a:lvl8pPr>
            <a:lvl9pPr marL="3676985" indent="0">
              <a:buNone/>
              <a:defRPr sz="16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48655" y="2518413"/>
            <a:ext cx="8354516" cy="37042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931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506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278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612" y="459634"/>
            <a:ext cx="6338172" cy="1608720"/>
          </a:xfrm>
        </p:spPr>
        <p:txBody>
          <a:bodyPr anchor="b"/>
          <a:lstStyle>
            <a:lvl1pPr>
              <a:defRPr sz="32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4517" y="992683"/>
            <a:ext cx="9948654" cy="4899573"/>
          </a:xfrm>
        </p:spPr>
        <p:txBody>
          <a:bodyPr/>
          <a:lstStyle>
            <a:lvl1pPr>
              <a:defRPr sz="3217"/>
            </a:lvl1pPr>
            <a:lvl2pPr>
              <a:defRPr sz="2815"/>
            </a:lvl2pPr>
            <a:lvl3pPr>
              <a:defRPr sz="2413"/>
            </a:lvl3pPr>
            <a:lvl4pPr>
              <a:defRPr sz="2011"/>
            </a:lvl4pPr>
            <a:lvl5pPr>
              <a:defRPr sz="2011"/>
            </a:lvl5pPr>
            <a:lvl6pPr>
              <a:defRPr sz="2011"/>
            </a:lvl6pPr>
            <a:lvl7pPr>
              <a:defRPr sz="2011"/>
            </a:lvl7pPr>
            <a:lvl8pPr>
              <a:defRPr sz="2011"/>
            </a:lvl8pPr>
            <a:lvl9pPr>
              <a:defRPr sz="20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3612" y="2068354"/>
            <a:ext cx="6338172" cy="3831881"/>
          </a:xfrm>
        </p:spPr>
        <p:txBody>
          <a:bodyPr/>
          <a:lstStyle>
            <a:lvl1pPr marL="0" indent="0">
              <a:buNone/>
              <a:defRPr sz="1608"/>
            </a:lvl1pPr>
            <a:lvl2pPr marL="459623" indent="0">
              <a:buNone/>
              <a:defRPr sz="1407"/>
            </a:lvl2pPr>
            <a:lvl3pPr marL="919246" indent="0">
              <a:buNone/>
              <a:defRPr sz="1206"/>
            </a:lvl3pPr>
            <a:lvl4pPr marL="1378869" indent="0">
              <a:buNone/>
              <a:defRPr sz="1005"/>
            </a:lvl4pPr>
            <a:lvl5pPr marL="1838493" indent="0">
              <a:buNone/>
              <a:defRPr sz="1005"/>
            </a:lvl5pPr>
            <a:lvl6pPr marL="2298116" indent="0">
              <a:buNone/>
              <a:defRPr sz="1005"/>
            </a:lvl6pPr>
            <a:lvl7pPr marL="2757739" indent="0">
              <a:buNone/>
              <a:defRPr sz="1005"/>
            </a:lvl7pPr>
            <a:lvl8pPr marL="3217362" indent="0">
              <a:buNone/>
              <a:defRPr sz="1005"/>
            </a:lvl8pPr>
            <a:lvl9pPr marL="3676985" indent="0">
              <a:buNone/>
              <a:defRPr sz="10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490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612" y="459634"/>
            <a:ext cx="6338172" cy="1608720"/>
          </a:xfrm>
        </p:spPr>
        <p:txBody>
          <a:bodyPr anchor="b"/>
          <a:lstStyle>
            <a:lvl1pPr>
              <a:defRPr sz="32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54517" y="992683"/>
            <a:ext cx="9948654" cy="4899573"/>
          </a:xfrm>
        </p:spPr>
        <p:txBody>
          <a:bodyPr anchor="t"/>
          <a:lstStyle>
            <a:lvl1pPr marL="0" indent="0">
              <a:buNone/>
              <a:defRPr sz="3217"/>
            </a:lvl1pPr>
            <a:lvl2pPr marL="459623" indent="0">
              <a:buNone/>
              <a:defRPr sz="2815"/>
            </a:lvl2pPr>
            <a:lvl3pPr marL="919246" indent="0">
              <a:buNone/>
              <a:defRPr sz="2413"/>
            </a:lvl3pPr>
            <a:lvl4pPr marL="1378869" indent="0">
              <a:buNone/>
              <a:defRPr sz="2011"/>
            </a:lvl4pPr>
            <a:lvl5pPr marL="1838493" indent="0">
              <a:buNone/>
              <a:defRPr sz="2011"/>
            </a:lvl5pPr>
            <a:lvl6pPr marL="2298116" indent="0">
              <a:buNone/>
              <a:defRPr sz="2011"/>
            </a:lvl6pPr>
            <a:lvl7pPr marL="2757739" indent="0">
              <a:buNone/>
              <a:defRPr sz="2011"/>
            </a:lvl7pPr>
            <a:lvl8pPr marL="3217362" indent="0">
              <a:buNone/>
              <a:defRPr sz="2011"/>
            </a:lvl8pPr>
            <a:lvl9pPr marL="3676985" indent="0">
              <a:buNone/>
              <a:defRPr sz="201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3612" y="2068354"/>
            <a:ext cx="6338172" cy="3831881"/>
          </a:xfrm>
        </p:spPr>
        <p:txBody>
          <a:bodyPr/>
          <a:lstStyle>
            <a:lvl1pPr marL="0" indent="0">
              <a:buNone/>
              <a:defRPr sz="1608"/>
            </a:lvl1pPr>
            <a:lvl2pPr marL="459623" indent="0">
              <a:buNone/>
              <a:defRPr sz="1407"/>
            </a:lvl2pPr>
            <a:lvl3pPr marL="919246" indent="0">
              <a:buNone/>
              <a:defRPr sz="1206"/>
            </a:lvl3pPr>
            <a:lvl4pPr marL="1378869" indent="0">
              <a:buNone/>
              <a:defRPr sz="1005"/>
            </a:lvl4pPr>
            <a:lvl5pPr marL="1838493" indent="0">
              <a:buNone/>
              <a:defRPr sz="1005"/>
            </a:lvl5pPr>
            <a:lvl6pPr marL="2298116" indent="0">
              <a:buNone/>
              <a:defRPr sz="1005"/>
            </a:lvl6pPr>
            <a:lvl7pPr marL="2757739" indent="0">
              <a:buNone/>
              <a:defRPr sz="1005"/>
            </a:lvl7pPr>
            <a:lvl8pPr marL="3217362" indent="0">
              <a:buNone/>
              <a:defRPr sz="1005"/>
            </a:lvl8pPr>
            <a:lvl9pPr marL="3676985" indent="0">
              <a:buNone/>
              <a:defRPr sz="10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984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787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063221" y="367069"/>
            <a:ext cx="4237390" cy="58427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51052" y="367069"/>
            <a:ext cx="12466524" cy="58427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610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51052" y="367070"/>
            <a:ext cx="16949559" cy="1332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1052" y="1835345"/>
            <a:ext cx="16949559" cy="4374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51052" y="6390193"/>
            <a:ext cx="4421624" cy="3670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39976-A484-44E9-B7B5-8C69355BCA0D}" type="datetimeFigureOut">
              <a:rPr lang="en-ID" smtClean="0"/>
              <a:t>07/11/2023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09614" y="6390193"/>
            <a:ext cx="6632436" cy="3670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878987" y="6390193"/>
            <a:ext cx="4421624" cy="3670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8C36D-804E-4115-AB35-7C2F7478AE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8527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9246" rtl="0" eaLnBrk="1" latinLnBrk="0" hangingPunct="1">
        <a:lnSpc>
          <a:spcPct val="90000"/>
        </a:lnSpc>
        <a:spcBef>
          <a:spcPct val="0"/>
        </a:spcBef>
        <a:buNone/>
        <a:defRPr sz="44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812" indent="-229812" algn="l" defTabSz="919246" rtl="0" eaLnBrk="1" latinLnBrk="0" hangingPunct="1">
        <a:lnSpc>
          <a:spcPct val="90000"/>
        </a:lnSpc>
        <a:spcBef>
          <a:spcPts val="1005"/>
        </a:spcBef>
        <a:buFont typeface="Arial" panose="020B0604020202020204" pitchFamily="34" charset="0"/>
        <a:buChar char="•"/>
        <a:defRPr sz="2815" kern="1200">
          <a:solidFill>
            <a:schemeClr val="tx1"/>
          </a:solidFill>
          <a:latin typeface="+mn-lt"/>
          <a:ea typeface="+mn-ea"/>
          <a:cs typeface="+mn-cs"/>
        </a:defRPr>
      </a:lvl1pPr>
      <a:lvl2pPr marL="689435" indent="-229812" algn="l" defTabSz="919246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13" kern="1200">
          <a:solidFill>
            <a:schemeClr val="tx1"/>
          </a:solidFill>
          <a:latin typeface="+mn-lt"/>
          <a:ea typeface="+mn-ea"/>
          <a:cs typeface="+mn-cs"/>
        </a:defRPr>
      </a:lvl2pPr>
      <a:lvl3pPr marL="1149058" indent="-229812" algn="l" defTabSz="919246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11" kern="1200">
          <a:solidFill>
            <a:schemeClr val="tx1"/>
          </a:solidFill>
          <a:latin typeface="+mn-lt"/>
          <a:ea typeface="+mn-ea"/>
          <a:cs typeface="+mn-cs"/>
        </a:defRPr>
      </a:lvl3pPr>
      <a:lvl4pPr marL="1608681" indent="-229812" algn="l" defTabSz="919246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10" kern="1200">
          <a:solidFill>
            <a:schemeClr val="tx1"/>
          </a:solidFill>
          <a:latin typeface="+mn-lt"/>
          <a:ea typeface="+mn-ea"/>
          <a:cs typeface="+mn-cs"/>
        </a:defRPr>
      </a:lvl4pPr>
      <a:lvl5pPr marL="2068304" indent="-229812" algn="l" defTabSz="919246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10" kern="1200">
          <a:solidFill>
            <a:schemeClr val="tx1"/>
          </a:solidFill>
          <a:latin typeface="+mn-lt"/>
          <a:ea typeface="+mn-ea"/>
          <a:cs typeface="+mn-cs"/>
        </a:defRPr>
      </a:lvl5pPr>
      <a:lvl6pPr marL="2527927" indent="-229812" algn="l" defTabSz="919246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10" kern="1200">
          <a:solidFill>
            <a:schemeClr val="tx1"/>
          </a:solidFill>
          <a:latin typeface="+mn-lt"/>
          <a:ea typeface="+mn-ea"/>
          <a:cs typeface="+mn-cs"/>
        </a:defRPr>
      </a:lvl6pPr>
      <a:lvl7pPr marL="2987551" indent="-229812" algn="l" defTabSz="919246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10" kern="1200">
          <a:solidFill>
            <a:schemeClr val="tx1"/>
          </a:solidFill>
          <a:latin typeface="+mn-lt"/>
          <a:ea typeface="+mn-ea"/>
          <a:cs typeface="+mn-cs"/>
        </a:defRPr>
      </a:lvl7pPr>
      <a:lvl8pPr marL="3447174" indent="-229812" algn="l" defTabSz="919246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10" kern="1200">
          <a:solidFill>
            <a:schemeClr val="tx1"/>
          </a:solidFill>
          <a:latin typeface="+mn-lt"/>
          <a:ea typeface="+mn-ea"/>
          <a:cs typeface="+mn-cs"/>
        </a:defRPr>
      </a:lvl8pPr>
      <a:lvl9pPr marL="3906797" indent="-229812" algn="l" defTabSz="919246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1pPr>
      <a:lvl2pPr marL="459623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2pPr>
      <a:lvl3pPr marL="919246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3pPr>
      <a:lvl4pPr marL="1378869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4pPr>
      <a:lvl5pPr marL="1838493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5pPr>
      <a:lvl6pPr marL="2298116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6pPr>
      <a:lvl7pPr marL="2757739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7pPr>
      <a:lvl8pPr marL="3217362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8pPr>
      <a:lvl9pPr marL="3676985" algn="l" defTabSz="919246" rtl="0" eaLnBrk="1" latinLnBrk="0" hangingPunct="1">
        <a:defRPr sz="1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7;p8">
            <a:extLst>
              <a:ext uri="{FF2B5EF4-FFF2-40B4-BE49-F238E27FC236}">
                <a16:creationId xmlns:a16="http://schemas.microsoft.com/office/drawing/2014/main" id="{E79CF271-62D2-CD3F-FE36-00432B6E639F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7042751" cy="242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>
            <a:extLst>
              <a:ext uri="{FF2B5EF4-FFF2-40B4-BE49-F238E27FC236}">
                <a16:creationId xmlns:a16="http://schemas.microsoft.com/office/drawing/2014/main" id="{A6FC2EFF-02F1-7FC1-83BD-834CAF58E5A1}"/>
              </a:ext>
            </a:extLst>
          </p:cNvPr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16303" y="2688575"/>
            <a:ext cx="12235361" cy="42059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6D6986D7-A8CD-5676-2A2C-95139A42F69F}"/>
              </a:ext>
            </a:extLst>
          </p:cNvPr>
          <p:cNvGrpSpPr/>
          <p:nvPr/>
        </p:nvGrpSpPr>
        <p:grpSpPr>
          <a:xfrm>
            <a:off x="874698" y="1291049"/>
            <a:ext cx="17902267" cy="5603464"/>
            <a:chOff x="1103298" y="1291049"/>
            <a:chExt cx="17902267" cy="5603464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2F17D88-4ACD-36FC-E455-047691EE46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22600"/>
            <a:stretch/>
          </p:blipFill>
          <p:spPr>
            <a:xfrm>
              <a:off x="1103298" y="1291049"/>
              <a:ext cx="4383102" cy="5603464"/>
            </a:xfrm>
            <a:prstGeom prst="rect">
              <a:avLst/>
            </a:prstGeom>
          </p:spPr>
        </p:pic>
        <p:pic>
          <p:nvPicPr>
            <p:cNvPr id="28" name="Google Shape;24;p8">
              <a:extLst>
                <a:ext uri="{FF2B5EF4-FFF2-40B4-BE49-F238E27FC236}">
                  <a16:creationId xmlns:a16="http://schemas.microsoft.com/office/drawing/2014/main" id="{20318DB6-F79F-0921-8AEB-67F0E59FC707}"/>
                </a:ext>
              </a:extLst>
            </p:cNvPr>
            <p:cNvPicPr preferRelativeResize="0"/>
            <p:nvPr/>
          </p:nvPicPr>
          <p:blipFill rotWithShape="1">
            <a:blip r:embed="rId5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711249" y="5437762"/>
              <a:ext cx="5294316" cy="55669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7912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969D501-AF8C-492E-1BA3-1F4D3302C7DD}"/>
              </a:ext>
            </a:extLst>
          </p:cNvPr>
          <p:cNvGrpSpPr/>
          <p:nvPr/>
        </p:nvGrpSpPr>
        <p:grpSpPr>
          <a:xfrm>
            <a:off x="-6" y="0"/>
            <a:ext cx="19651670" cy="6894514"/>
            <a:chOff x="-6" y="0"/>
            <a:chExt cx="19651670" cy="6894514"/>
          </a:xfrm>
        </p:grpSpPr>
        <p:pic>
          <p:nvPicPr>
            <p:cNvPr id="25" name="Google Shape;27;p8">
              <a:extLst>
                <a:ext uri="{FF2B5EF4-FFF2-40B4-BE49-F238E27FC236}">
                  <a16:creationId xmlns:a16="http://schemas.microsoft.com/office/drawing/2014/main" id="{E79CF271-62D2-CD3F-FE36-00432B6E639F}"/>
                </a:ext>
              </a:extLst>
            </p:cNvPr>
            <p:cNvPicPr preferRelativeResize="0"/>
            <p:nvPr/>
          </p:nvPicPr>
          <p:blipFill rotWithShape="1">
            <a:blip r:embed="rId2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-2" y="0"/>
              <a:ext cx="7042751" cy="2420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8">
              <a:extLst>
                <a:ext uri="{FF2B5EF4-FFF2-40B4-BE49-F238E27FC236}">
                  <a16:creationId xmlns:a16="http://schemas.microsoft.com/office/drawing/2014/main" id="{A6FC2EFF-02F1-7FC1-83BD-834CAF58E5A1}"/>
                </a:ext>
              </a:extLst>
            </p:cNvPr>
            <p:cNvPicPr preferRelativeResize="0"/>
            <p:nvPr/>
          </p:nvPicPr>
          <p:blipFill rotWithShape="1">
            <a:blip r:embed="rId2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16303" y="2688575"/>
              <a:ext cx="12235361" cy="4205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4;p8">
              <a:extLst>
                <a:ext uri="{FF2B5EF4-FFF2-40B4-BE49-F238E27FC236}">
                  <a16:creationId xmlns:a16="http://schemas.microsoft.com/office/drawing/2014/main" id="{20318DB6-F79F-0921-8AEB-67F0E59FC707}"/>
                </a:ext>
              </a:extLst>
            </p:cNvPr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482649" y="5437762"/>
              <a:ext cx="5294316" cy="556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 descr="A cartoon character wearing a blue hat and a blue hat&#10;&#10;Description automatically generated">
              <a:extLst>
                <a:ext uri="{FF2B5EF4-FFF2-40B4-BE49-F238E27FC236}">
                  <a16:creationId xmlns:a16="http://schemas.microsoft.com/office/drawing/2014/main" id="{44C65766-F761-186A-A1A6-EF10F7B0C9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907" b="24840"/>
            <a:stretch/>
          </p:blipFill>
          <p:spPr>
            <a:xfrm flipH="1">
              <a:off x="-6" y="746158"/>
              <a:ext cx="7042752" cy="6148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916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139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RANGGA DWI PRAKOSO</dc:creator>
  <cp:lastModifiedBy>RANGGA DWI PRAKOSO</cp:lastModifiedBy>
  <cp:revision>1</cp:revision>
  <dcterms:created xsi:type="dcterms:W3CDTF">2023-11-07T09:41:17Z</dcterms:created>
  <dcterms:modified xsi:type="dcterms:W3CDTF">2023-11-07T12:00:44Z</dcterms:modified>
</cp:coreProperties>
</file>