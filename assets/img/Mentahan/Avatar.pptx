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5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FE2B4-6F27-8122-389F-68330DAC9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61C4D-9A37-AC32-2587-2CDA12DAF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4A728-0948-FEF8-20C3-55857C2A9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7D631-1BEE-01B7-1D81-A7B12203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3E10-9E31-333F-8BF8-8C142548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5266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386C-EB35-987D-EAB7-A5420B34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9820B-7AD3-AFC8-AE63-8A5D8C1FA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F8E51-E6DF-D001-59D5-9DFEE2C5A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519CF-C100-8DA7-E5F2-0275B9FFE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781E2-B67E-746C-9A49-AC8A76B8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352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74E9E-0993-B6C8-BAB0-8BD3605C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5B9B6-94D0-6ED5-A982-1F64FB5C3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3B5D8-686F-2E88-DDCB-0FFD9882F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7F153-7BE3-BA06-FC84-A8046C2A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1D282-19CC-682F-019C-1A0D5403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8548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8DCFC-D69A-3DF2-775C-37387CA18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F1264-C9BA-25EF-E4AD-3AFB78C7E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34088-8ECD-5C49-E6D0-105E616A5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5306C-BA40-A695-805A-6B473E1B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F28CB-E75E-005E-F766-70002928D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261DF-B7DF-237C-D817-E7B019752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383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2360E-340C-60D6-3520-10323BF3C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7C30E-8E71-18EE-8CF0-206D8B3DB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18F25-F4CC-1212-115E-BE71A3143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ADB18B-C6B0-FB5F-C206-F303066FF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7DC366-4705-AA2C-9AB1-441EC4E11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C915F-F962-3E54-D3CC-FB2095EE3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04BB0-F7A4-359B-AE03-F1CDE64BC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D5C74E-BBFC-7464-ABCB-8A02F9993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1039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CC0C-73BC-7E6E-198E-759290A7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45AA4-A07A-E428-195B-A7CAB230C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95562-6D33-0A1C-4474-4B94F712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00B2D-3208-E2AD-90E4-A66EAF36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503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EFA98-8489-DD8A-8460-83319A88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EF945-E4DC-6348-FDAD-B1A45093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60E9B-C498-34C3-C7D1-5FBB3A9C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480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9911-4021-4208-C44E-0753B56F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0B0C-82A1-7AC5-1994-A4BFEC30C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BCEA6-70C5-2774-5608-B835F9E44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F4EA4-22AC-1273-FE07-31B3D2B3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3BE44-E362-FC41-4B93-881EE3A3D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866FD-FC5B-55D9-BD48-CE26D7ED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024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31FD-AF61-4836-D41A-C31419DE6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C48134-0453-7302-93A2-BB1B3101E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9F4CF-533B-4923-FD09-B78168413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66B86-657A-FFBA-F851-D80BF452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F5C7C-D094-81B9-27B8-F044875E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597D2-0EEB-064A-3DA1-A4B3E8A2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562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D1E17-125F-3B90-C874-07E9C439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FCF11-377B-0BCF-6633-CB2640E6A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20884-FC1E-C071-0A78-4BD61358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1868A-3E1C-093B-9507-191568766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2FC65-A996-9152-1E3F-576E3129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338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D254C-658C-16B4-9567-561F939B2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CF4D0-79D3-5B00-9BA1-23B84AE94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5DDEB-2962-9E5C-45EC-D481A6E94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87070-42EF-FCBB-2CAF-D890C86E3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5BB30-3778-18D9-1D67-C2A3E776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190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663B2A-6DB4-A17E-D92C-72D9F2CD3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1D0F8-5909-9DFF-9450-57D847D99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24AB2-912F-3D65-EF8A-488C59C85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1F712-0035-4BD5-8327-F5E1D0812319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EEA4-AF53-1390-8F70-A460761D8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03215-8639-4A41-CB6A-3273FC97B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D78A7-CE8C-4253-82C8-A9E6EA3351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4385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70EFC9D3-768A-335F-D932-58FACFB383F4}"/>
              </a:ext>
            </a:extLst>
          </p:cNvPr>
          <p:cNvGrpSpPr/>
          <p:nvPr/>
        </p:nvGrpSpPr>
        <p:grpSpPr>
          <a:xfrm>
            <a:off x="3710763" y="1164657"/>
            <a:ext cx="4210493" cy="4343008"/>
            <a:chOff x="3710763" y="1164657"/>
            <a:chExt cx="4210493" cy="434300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6D25152-38AB-1F52-0373-87DF3B12D2BD}"/>
                </a:ext>
              </a:extLst>
            </p:cNvPr>
            <p:cNvGrpSpPr/>
            <p:nvPr/>
          </p:nvGrpSpPr>
          <p:grpSpPr>
            <a:xfrm>
              <a:off x="3710763" y="1164657"/>
              <a:ext cx="4210493" cy="4343008"/>
              <a:chOff x="3710763" y="1164657"/>
              <a:chExt cx="4210493" cy="434300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94D93DF-24E2-7F24-BED0-C6CAE561FB87}"/>
                  </a:ext>
                </a:extLst>
              </p:cNvPr>
              <p:cNvSpPr/>
              <p:nvPr/>
            </p:nvSpPr>
            <p:spPr>
              <a:xfrm>
                <a:off x="3710763" y="1297172"/>
                <a:ext cx="4210493" cy="421049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pic>
            <p:nvPicPr>
              <p:cNvPr id="6" name="Picture 5" descr="A cartoon character wearing a white hat and glasses&#10;&#10;Description automatically generated">
                <a:extLst>
                  <a:ext uri="{FF2B5EF4-FFF2-40B4-BE49-F238E27FC236}">
                    <a16:creationId xmlns:a16="http://schemas.microsoft.com/office/drawing/2014/main" id="{55174A97-59CB-6B37-A990-A1D12F9FBE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504" r="25504" b="25986"/>
              <a:stretch/>
            </p:blipFill>
            <p:spPr>
              <a:xfrm>
                <a:off x="4824920" y="1164657"/>
                <a:ext cx="2874768" cy="4343008"/>
              </a:xfrm>
              <a:prstGeom prst="rect">
                <a:avLst/>
              </a:prstGeom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0D3D6D-0821-A098-512A-0FEA0B1D3B2A}"/>
                  </a:ext>
                </a:extLst>
              </p:cNvPr>
              <p:cNvSpPr/>
              <p:nvPr/>
            </p:nvSpPr>
            <p:spPr>
              <a:xfrm>
                <a:off x="3736753" y="4101607"/>
                <a:ext cx="4184502" cy="1406058"/>
              </a:xfrm>
              <a:prstGeom prst="rect">
                <a:avLst/>
              </a:prstGeom>
              <a:gradFill flip="none" rotWithShape="1">
                <a:gsLst>
                  <a:gs pos="0">
                    <a:srgbClr val="002060"/>
                  </a:gs>
                  <a:gs pos="100000">
                    <a:srgbClr val="00206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5FB6E982-6A99-5ECB-ED0A-8004A9394E00}"/>
                  </a:ext>
                </a:extLst>
              </p:cNvPr>
              <p:cNvSpPr/>
              <p:nvPr/>
            </p:nvSpPr>
            <p:spPr>
              <a:xfrm>
                <a:off x="6153300" y="4312117"/>
                <a:ext cx="1767955" cy="1195547"/>
              </a:xfrm>
              <a:prstGeom prst="triangle">
                <a:avLst>
                  <a:gd name="adj" fmla="val 100000"/>
                </a:avLst>
              </a:prstGeom>
              <a:solidFill>
                <a:srgbClr val="FC5C0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pic>
            <p:nvPicPr>
              <p:cNvPr id="15" name="Picture 14" descr="A blue and orange logo&#10;&#10;Description automatically generated">
                <a:extLst>
                  <a:ext uri="{FF2B5EF4-FFF2-40B4-BE49-F238E27FC236}">
                    <a16:creationId xmlns:a16="http://schemas.microsoft.com/office/drawing/2014/main" id="{2B443CBD-3AB4-4E56-F849-06078D7601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95153" y="1619110"/>
                <a:ext cx="1192864" cy="501017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7E269E-EE25-A58E-50FB-D17635710747}"/>
                </a:ext>
              </a:extLst>
            </p:cNvPr>
            <p:cNvSpPr txBox="1"/>
            <p:nvPr/>
          </p:nvSpPr>
          <p:spPr>
            <a:xfrm>
              <a:off x="3995153" y="4512248"/>
              <a:ext cx="152798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MAS BP</a:t>
              </a:r>
              <a:endParaRPr lang="en-ID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C312DA3-821C-50CA-21FB-90DC33E4BDA0}"/>
                </a:ext>
              </a:extLst>
            </p:cNvPr>
            <p:cNvSpPr txBox="1"/>
            <p:nvPr/>
          </p:nvSpPr>
          <p:spPr>
            <a:xfrm>
              <a:off x="3995153" y="4963790"/>
              <a:ext cx="16273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WBP2312072301</a:t>
              </a:r>
              <a:endParaRPr lang="en-ID" sz="16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6950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RANGGA DWI PRAKOSO</dc:creator>
  <cp:lastModifiedBy>RANGGA DWI PRAKOSO</cp:lastModifiedBy>
  <cp:revision>1</cp:revision>
  <dcterms:created xsi:type="dcterms:W3CDTF">2023-11-07T12:02:03Z</dcterms:created>
  <dcterms:modified xsi:type="dcterms:W3CDTF">2023-11-07T12:14:50Z</dcterms:modified>
</cp:coreProperties>
</file>